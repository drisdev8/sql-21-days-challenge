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6419-37BA-7FDE-5D7C-C45493962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85BCC-0C40-2937-6D59-CA18F4D74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AA53F-3D5E-5E1A-A60C-5253159A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6E7F3-C572-6CBF-E4AB-339383D5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44E6-7429-52DD-D56E-621CE0C2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05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4502-D150-0BE4-7C39-11419F0F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8AD8-49A4-B471-1695-B168FAC1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8DB8C-DF3D-52E1-E1EC-C4183382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3D181-AA22-9FC8-E389-3F85C76F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80B0-168D-CF0D-AC0B-E400AA35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73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C298-61BF-B468-F44A-CBE4BE5B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77D52-C454-36E5-8346-C3689A320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BB8E-4436-3309-5331-713EFECB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39DA4-8A91-CE6C-B216-68747DC8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4D1D7-AD83-735B-B79B-12CD2967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1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3D92-67FC-3914-9D04-799D298A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A94C-6D6D-A617-7007-752C2D5EA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10294-6C88-3562-007C-0134096CC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FE5AE-ED69-AF30-297D-AF314563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F44EF-0DD0-7B79-1AA4-EBB12CEF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FD5F3-FE67-070B-64AE-1A1BDF31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82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0213-5611-45E0-0830-A03DA01C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863DA-557E-C060-BB73-9CECE85D2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65FFF-8E36-C7C9-CEC9-E11C699B5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8BA72-B838-8598-EC1B-F67383A1C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4AC-DD5D-B734-1306-1B3D2F7BB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3BB75-E7DA-2256-9FA5-39E4B8C9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DD98E-7F04-7214-9260-66A28D70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865E0-1FD1-790B-5236-D8A31445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35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006E-C748-2C0B-11C4-2E8A4C94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E875E-7E2C-BAEA-2B6C-A7A7A1EC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364C4-E235-9C75-475E-3D05338E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FCBA8-BC8E-64B0-C8BE-DA4DF15B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78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E9464-1E2C-A268-BEEC-C75A5D4A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0BF48-F35E-9FD9-E66F-B4BF37EF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9CB14-186A-509A-546C-96976F65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59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C59A-7201-344B-F6F7-571C97A6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5B1F-7720-98B9-5434-D4694C56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AE072-A49B-D983-9063-09604E9B3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F06F1-21B9-2157-4C00-BE942876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C6813-E5F4-90A0-15F2-B371558D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D98BB-4214-F0F9-B237-68520AAE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7178-F9B8-89D7-4410-9868ECED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3CDC1-0C2A-91A3-B5A8-AA5AF10E1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BA9E4-161C-E0BD-9C60-F2F223354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39569-B287-F997-3103-7C19A9B6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F48A9-EC94-3C77-8544-54A252BB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63005-1EC6-A0F3-CE79-DB100758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73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2DB1-0692-58D6-D377-7C39A69D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1725A-C706-19E8-3293-FF0E474F3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E7F39-E9E5-6E84-E6F6-E674ADC4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2062-ED3D-2398-C03E-4040DD26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D8CF9-D5D6-EDF9-CD01-452F31D7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30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07D783-4717-D746-574E-26F59ED40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1EBE9-8B9B-DF51-DAB5-F375C9684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1F0B6-2502-F2D4-3DC8-2EF37B52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42A75-40FC-AB05-2535-D59A4ECC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6E2A4-E45E-B76E-AA5A-5BF53E32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51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29562-1AFB-85F2-2FD8-AA667E3C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8E8CC-A884-1C4B-0772-6C857577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51CE-6F97-28BD-9BB9-B0365F0A1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8ADCE-22EC-4F7C-9C27-F48A2EE77BD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67E09-CD36-498F-CDF7-6F78CAEAA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C2E26-B371-E3C0-8E5D-40511BC06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64EE7-B5E5-4487-8968-D923B5774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19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131E-5EA1-86B0-046C-836AD878C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767" y="1252691"/>
            <a:ext cx="4680155" cy="465065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CAPSTONE PROJECT</a:t>
            </a:r>
            <a:b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b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b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en-US" sz="5400" b="1" dirty="0">
                <a:solidFill>
                  <a:srgbClr val="C00000"/>
                </a:solidFill>
                <a:latin typeface="+mn-lt"/>
              </a:rPr>
              <a:t>SQL MURDER MYSTERY</a:t>
            </a:r>
            <a:endParaRPr lang="en-IN" sz="54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20DDF95-A678-B2A4-76B3-06F07DE85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07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2C10B89-2987-2ECB-24BF-0BB0CDE24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8"/>
            <a:ext cx="1839350" cy="34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2AD5471-3613-2438-EFE8-210CB9C9FA0D}"/>
              </a:ext>
            </a:extLst>
          </p:cNvPr>
          <p:cNvSpPr txBox="1">
            <a:spLocks/>
          </p:cNvSpPr>
          <p:nvPr/>
        </p:nvSpPr>
        <p:spPr>
          <a:xfrm>
            <a:off x="7635719" y="6157964"/>
            <a:ext cx="4031228" cy="45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rgbClr val="C00000"/>
                </a:solidFill>
              </a:rPr>
              <a:t>Presented By: Dristi Handique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E44FE-A48A-5CB4-4E6F-278BB7AC0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187" y="919086"/>
            <a:ext cx="5019828" cy="50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6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746-1970-2E32-2452-2528B00F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91189BA8-B0EC-6EE5-C704-03E097237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66361EE-4508-8EED-21C7-76CA2B1BE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886BC-B0B7-39FE-F594-4C299E79F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6B3496C-501D-C182-73DD-C7732AEDF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2274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+mn-lt"/>
              </a:rPr>
              <a:t>OBJECTIVE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6E757C-ADCE-1A46-9E25-A1A53B5A0938}"/>
              </a:ext>
            </a:extLst>
          </p:cNvPr>
          <p:cNvSpPr/>
          <p:nvPr/>
        </p:nvSpPr>
        <p:spPr>
          <a:xfrm>
            <a:off x="1071716" y="2831690"/>
            <a:ext cx="9891252" cy="290394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 mysterious death has shaken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TechNova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Inc., leaving behind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scattered logs, conflicting alibis, and unanswered questions. In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this investigation, my role is to step in as the lead data analyst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and use SQL to trace every clue,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analyse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every dataset, and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uncover who committed the crime, when and where it happened, and how it all unfolded.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84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E980-8A50-9E4D-1ABD-A058F0E0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3BCF4EE0-898C-E2F9-AAB7-C0EBB621B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58E3EFB-4E65-BBBE-4E11-A62A3E5EA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D74ACA-3E0D-6324-7958-2608893D52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201FF587-F2F6-B759-E73D-AE6533FD7497}"/>
              </a:ext>
            </a:extLst>
          </p:cNvPr>
          <p:cNvSpPr txBox="1">
            <a:spLocks/>
          </p:cNvSpPr>
          <p:nvPr/>
        </p:nvSpPr>
        <p:spPr>
          <a:xfrm>
            <a:off x="1199536" y="687199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Investigation step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6DA5FD-7AEB-5D8F-ADEF-5D8E052F9834}"/>
              </a:ext>
            </a:extLst>
          </p:cNvPr>
          <p:cNvSpPr/>
          <p:nvPr/>
        </p:nvSpPr>
        <p:spPr>
          <a:xfrm>
            <a:off x="1698037" y="1609946"/>
            <a:ext cx="8146998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Identify where and when the crime happened</a:t>
            </a:r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1748F3-CE93-7A0C-58CF-303BFE01F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508" y="2998839"/>
            <a:ext cx="4256983" cy="1175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29553F-B6C1-1F78-8AAF-F5A8C78AB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7105" y="4757328"/>
            <a:ext cx="3637789" cy="69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90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F559-BC9D-3E62-6DDF-D980770F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BEB27456-1D11-2E8C-DBB1-2EDC49D2A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F2FCC69-DF79-0C75-3651-B9AFF4CFD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0AE80-7CEC-3723-1A66-90597B723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F34D232A-58A8-9E96-432E-BDC3C99106B3}"/>
              </a:ext>
            </a:extLst>
          </p:cNvPr>
          <p:cNvSpPr txBox="1">
            <a:spLocks/>
          </p:cNvSpPr>
          <p:nvPr/>
        </p:nvSpPr>
        <p:spPr>
          <a:xfrm>
            <a:off x="1148401" y="746136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Investigation step 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DD5C1B-0585-FD20-9063-0DE2E282C161}"/>
              </a:ext>
            </a:extLst>
          </p:cNvPr>
          <p:cNvSpPr/>
          <p:nvPr/>
        </p:nvSpPr>
        <p:spPr>
          <a:xfrm>
            <a:off x="1366684" y="1734878"/>
            <a:ext cx="880575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Analyze Who Accessed Critical Areas at the Time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47346-1EF3-5C17-BB29-DEF8D08A0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537" y="3184332"/>
            <a:ext cx="5820587" cy="1295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D5D3EF-062F-808D-2605-066C95F2C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537" y="5123122"/>
            <a:ext cx="6049219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7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A1BC-1CA8-FDCB-5424-A355F8F8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72C020D6-FE5D-BEA2-BEA5-B6957858F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AFB5B6B-FC1F-8434-AE94-2AB178F06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A95ABD-DABF-EEE7-226A-D50190C9C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E2C97853-07EE-1500-D8D9-834FF261F346}"/>
              </a:ext>
            </a:extLst>
          </p:cNvPr>
          <p:cNvSpPr txBox="1">
            <a:spLocks/>
          </p:cNvSpPr>
          <p:nvPr/>
        </p:nvSpPr>
        <p:spPr>
          <a:xfrm>
            <a:off x="1202729" y="717650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Investigation step 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E35609-7669-A8CD-EF55-4A5969F592C5}"/>
              </a:ext>
            </a:extLst>
          </p:cNvPr>
          <p:cNvSpPr/>
          <p:nvPr/>
        </p:nvSpPr>
        <p:spPr>
          <a:xfrm>
            <a:off x="2545818" y="1623118"/>
            <a:ext cx="6457822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Cross-Check Alibis with Actual Logs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B0DD5E-03DA-98BE-FB32-FF10A233A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95" y="2545865"/>
            <a:ext cx="9050592" cy="2565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9F0A79-C33D-175C-84E8-ABB6AC088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195" y="5234882"/>
            <a:ext cx="1051706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75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AE4A-0E87-31BD-341C-92B55582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59544D58-2439-8AD9-25C9-479A6B063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62B9C2D-00C1-7877-0D20-46B696E09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BAF430-FF26-A112-D28C-9E1ED205C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CDF085F6-5E47-9889-EC6D-C9257DFE4B09}"/>
              </a:ext>
            </a:extLst>
          </p:cNvPr>
          <p:cNvSpPr txBox="1">
            <a:spLocks/>
          </p:cNvSpPr>
          <p:nvPr/>
        </p:nvSpPr>
        <p:spPr>
          <a:xfrm>
            <a:off x="1209368" y="643552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Investigation step 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543F93-8BF9-8C9A-B318-6F15F043946A}"/>
              </a:ext>
            </a:extLst>
          </p:cNvPr>
          <p:cNvSpPr/>
          <p:nvPr/>
        </p:nvSpPr>
        <p:spPr>
          <a:xfrm>
            <a:off x="1303111" y="1566299"/>
            <a:ext cx="9144000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Investigate Suspicious Calls Made Around the Time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7C134-D5DC-ADEE-CFF5-69ABE8008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131" y="2951718"/>
            <a:ext cx="8125959" cy="1533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BE5656-17EB-7A1F-5FFD-CFCAB3DEA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197" y="4912230"/>
            <a:ext cx="5994342" cy="93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7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B22B-89EA-0AD4-5F64-912A73C1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44663DD6-7569-A76C-A5E2-600FC4414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3C64E9C-D298-24C2-5857-CFFFE2CF8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451FEB-F972-35DE-4A88-CCACE0C0A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22992E10-8064-14F4-8051-2BA195C920FD}"/>
              </a:ext>
            </a:extLst>
          </p:cNvPr>
          <p:cNvSpPr txBox="1">
            <a:spLocks/>
          </p:cNvSpPr>
          <p:nvPr/>
        </p:nvSpPr>
        <p:spPr>
          <a:xfrm>
            <a:off x="1209368" y="643552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Investigation step 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C5395F-DACA-79C0-D9B0-726457F21533}"/>
              </a:ext>
            </a:extLst>
          </p:cNvPr>
          <p:cNvSpPr/>
          <p:nvPr/>
        </p:nvSpPr>
        <p:spPr>
          <a:xfrm>
            <a:off x="1568582" y="1566299"/>
            <a:ext cx="880575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Match Evidence with Movements and Claims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94187-C2C9-56DF-106A-5BD4D7097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93" y="2489045"/>
            <a:ext cx="5712224" cy="2936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76BD1E-1F15-3FF7-C44A-D35E640ED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84" y="5541815"/>
            <a:ext cx="10628430" cy="10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6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A54D-AA51-CA05-7704-CA708FE0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CB4B28CB-D71C-A8D7-A534-876392C7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2892939-F332-25F6-B374-B41DD5614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9AD672-587E-5ACA-C8CB-E390AF3F8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E9998A41-7984-51EB-DD09-57C1ACDD1BDD}"/>
              </a:ext>
            </a:extLst>
          </p:cNvPr>
          <p:cNvSpPr txBox="1">
            <a:spLocks/>
          </p:cNvSpPr>
          <p:nvPr/>
        </p:nvSpPr>
        <p:spPr>
          <a:xfrm>
            <a:off x="1209368" y="643552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Investigation step 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52E0B-5436-67B2-6024-A48F772518D1}"/>
              </a:ext>
            </a:extLst>
          </p:cNvPr>
          <p:cNvSpPr/>
          <p:nvPr/>
        </p:nvSpPr>
        <p:spPr>
          <a:xfrm>
            <a:off x="1568582" y="1566299"/>
            <a:ext cx="8805759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Combine All Findings to Identify the Killer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B9DFE-9F99-0C68-ACBB-99B09EA9C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59" y="2545580"/>
            <a:ext cx="4395107" cy="4140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D3E2E7-8D99-167D-8878-2B3E7A732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510" y="3033657"/>
            <a:ext cx="7708490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7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2A61-1F5B-7C97-95BB-C1DE1939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5A01FA6F-ABA7-594B-E23A-F7ED3E4F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56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A1CF233-708A-A99D-B872-D443C779A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7"/>
            <a:ext cx="18393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98C5BB-FA49-7DB3-AC69-991814872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63449"/>
            <a:ext cx="835742" cy="835742"/>
          </a:xfrm>
          <a:prstGeom prst="rect">
            <a:avLst/>
          </a:prstGeom>
        </p:spPr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ED0258CB-36B9-6920-1132-3BA9E2C9A266}"/>
              </a:ext>
            </a:extLst>
          </p:cNvPr>
          <p:cNvSpPr txBox="1">
            <a:spLocks/>
          </p:cNvSpPr>
          <p:nvPr/>
        </p:nvSpPr>
        <p:spPr>
          <a:xfrm>
            <a:off x="1209368" y="643552"/>
            <a:ext cx="9144000" cy="9227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+mn-lt"/>
              </a:rPr>
              <a:t>Findings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FE1474-63DE-47A4-6B2B-38B31E115AC2}"/>
              </a:ext>
            </a:extLst>
          </p:cNvPr>
          <p:cNvSpPr/>
          <p:nvPr/>
        </p:nvSpPr>
        <p:spPr>
          <a:xfrm>
            <a:off x="1568582" y="1566299"/>
            <a:ext cx="8805759" cy="513392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The murder took place in the CEO’s office around 9 pm. </a:t>
            </a:r>
          </a:p>
          <a:p>
            <a:pPr algn="ctr"/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David Kumar accessed the CEO’s office during the critical time.</a:t>
            </a:r>
          </a:p>
          <a:p>
            <a:pPr algn="ctr"/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He made a false claim about his actual location.</a:t>
            </a:r>
          </a:p>
          <a:p>
            <a:pPr algn="ctr"/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 He made two suspicious calls around the same time. </a:t>
            </a:r>
          </a:p>
          <a:p>
            <a:pPr algn="ctr"/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His presence in both the CEO’s office and the server room conflicts with his claimed location, resulting in multiple alibi mismatches. </a:t>
            </a:r>
          </a:p>
          <a:p>
            <a:pPr algn="ctr"/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David Kumar is the prime suspect as evidence from the CEO’s office match the time he was present there, while he falsely claimed to be in the server room.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5595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98C9-423C-4F52-0001-E60AA4D8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9DB9-F313-A6BF-15EB-A90ED0975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2202887"/>
            <a:ext cx="4680155" cy="2452226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MURDERER</a:t>
            </a:r>
            <a:br>
              <a:rPr lang="en-US" sz="5400" b="1" dirty="0">
                <a:latin typeface="+mn-lt"/>
              </a:rPr>
            </a:br>
            <a:r>
              <a:rPr lang="en-US" sz="5400" b="1" dirty="0">
                <a:latin typeface="+mn-lt"/>
              </a:rPr>
              <a:t>IS</a:t>
            </a:r>
            <a:b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en-US" sz="5400" b="1" dirty="0">
                <a:solidFill>
                  <a:srgbClr val="C00000"/>
                </a:solidFill>
                <a:latin typeface="+mn-lt"/>
              </a:rPr>
              <a:t>DAVID KUMAR</a:t>
            </a:r>
            <a:endParaRPr lang="en-IN" sz="54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AE8AE92C-C472-7C0C-D76B-DB7BC4CA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07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4DDCBDD-79CB-0C01-5B45-BF850BEA1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8"/>
            <a:ext cx="1839350" cy="34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A6F7ED-FD79-7BC5-F29E-EDAE6CF21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187" y="919086"/>
            <a:ext cx="5019828" cy="50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3229B-2C71-D3B7-15F4-0C698F24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3A3E-0955-4A67-9E69-E78FCA1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419" y="3018503"/>
            <a:ext cx="5019828" cy="1268362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+mn-lt"/>
              </a:rPr>
              <a:t>THANK YOU</a:t>
            </a:r>
            <a:endParaRPr lang="en-IN" sz="72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E35D5F22-9BD0-0BB1-8368-84E854672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07" y="157778"/>
            <a:ext cx="11144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0B440E5-F673-A0EA-BB31-EB5F60692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43" y="157778"/>
            <a:ext cx="1839350" cy="34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0B4B4B-5DF2-F2C1-12E8-4A6A09FE7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187" y="919086"/>
            <a:ext cx="5019828" cy="50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249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CAPSTONE PROJECT   SQL MURDER MYSTERY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MURDERER IS DAVID KUMAR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Dristi Handique</dc:creator>
  <cp:lastModifiedBy>Dristi Handique</cp:lastModifiedBy>
  <cp:revision>1</cp:revision>
  <dcterms:created xsi:type="dcterms:W3CDTF">2025-11-28T17:04:45Z</dcterms:created>
  <dcterms:modified xsi:type="dcterms:W3CDTF">2025-11-28T17:48:42Z</dcterms:modified>
</cp:coreProperties>
</file>